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654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36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55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82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15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20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28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47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31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96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15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2D3B53B-A162-4F42-A2AF-3C64D2EDFC8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AAABE9C-2687-426B-A134-E903B993465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16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ricket equipment">
            <a:extLst>
              <a:ext uri="{FF2B5EF4-FFF2-40B4-BE49-F238E27FC236}">
                <a16:creationId xmlns:a16="http://schemas.microsoft.com/office/drawing/2014/main" id="{1D33655E-66DF-4F73-BF7E-33053D0E2F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4" t="23391" r="5807"/>
          <a:stretch>
            <a:fillRect/>
          </a:stretch>
        </p:blipFill>
        <p:spPr>
          <a:xfrm>
            <a:off x="19" y="-117986"/>
            <a:ext cx="1219198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DAD47-21EB-51B0-5D95-6376D209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17986"/>
            <a:ext cx="11198942" cy="1288026"/>
          </a:xfrm>
        </p:spPr>
        <p:txBody>
          <a:bodyPr>
            <a:normAutofit/>
          </a:bodyPr>
          <a:lstStyle/>
          <a:p>
            <a:pPr algn="l"/>
            <a:r>
              <a:rPr lang="en-US" sz="3200" b="1" u="sng" dirty="0">
                <a:solidFill>
                  <a:schemeClr val="bg1"/>
                </a:solidFill>
                <a:highlight>
                  <a:srgbClr val="000000"/>
                </a:highlight>
              </a:rPr>
              <a:t>PROJECT:</a:t>
            </a:r>
            <a:r>
              <a:rPr lang="en-US" sz="3200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US" sz="3200" b="1" dirty="0">
                <a:solidFill>
                  <a:schemeClr val="bg1"/>
                </a:solidFill>
                <a:highlight>
                  <a:srgbClr val="000000"/>
                </a:highlight>
              </a:rPr>
              <a:t>INDIAN CRICKET TEAM ODI ANALYSIS AND VISUALISATION SYSTEM</a:t>
            </a:r>
            <a:endParaRPr lang="en-IN" sz="32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5B823-960D-62CF-CA5C-F508240B8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2" y="5624945"/>
            <a:ext cx="11472815" cy="592975"/>
          </a:xfrm>
        </p:spPr>
        <p:txBody>
          <a:bodyPr anchor="ctr">
            <a:normAutofit/>
          </a:bodyPr>
          <a:lstStyle/>
          <a:p>
            <a:pPr algn="l"/>
            <a:r>
              <a:rPr lang="en-US" sz="1600" b="1" i="1" dirty="0">
                <a:solidFill>
                  <a:srgbClr val="FFFF00"/>
                </a:solidFill>
                <a:highlight>
                  <a:srgbClr val="0000FF"/>
                </a:highlight>
              </a:rPr>
              <a:t>SUBMITTED BY: KUNAL</a:t>
            </a:r>
            <a:r>
              <a:rPr lang="en-IN" sz="1600" b="1" i="1" dirty="0">
                <a:solidFill>
                  <a:srgbClr val="FFFF00"/>
                </a:solidFill>
                <a:highlight>
                  <a:srgbClr val="0000FF"/>
                </a:highlight>
              </a:rPr>
              <a:t> </a:t>
            </a:r>
            <a:r>
              <a:rPr lang="en-IN" sz="1600" b="1" i="1" dirty="0">
                <a:solidFill>
                  <a:srgbClr val="FFFF00"/>
                </a:solidFill>
              </a:rPr>
              <a:t>                                                         </a:t>
            </a:r>
            <a:r>
              <a:rPr lang="en-IN" sz="1600" b="1" i="1" dirty="0">
                <a:solidFill>
                  <a:srgbClr val="FFFF00"/>
                </a:solidFill>
                <a:highlight>
                  <a:srgbClr val="0000FF"/>
                </a:highlight>
              </a:rPr>
              <a:t> SUBMITTED TO: MR. HARKIRAT SINGH</a:t>
            </a:r>
            <a:endParaRPr lang="en-US" sz="1600" b="1" i="1" dirty="0">
              <a:solidFill>
                <a:srgbClr val="FFFF00"/>
              </a:solidFill>
              <a:highlight>
                <a:srgbClr val="00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67836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CBC6181-AC27-6056-BCA8-A6E883C05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7112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D71E40D-AB49-8DB1-98E8-0FF45AA23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0"/>
            <a:ext cx="10515601" cy="52504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FDD6DF-B558-7B27-CBBA-DAD13369B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06" y="5250426"/>
            <a:ext cx="9183328" cy="152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132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ABC4-6CE8-968D-19AF-A600A40D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287"/>
            <a:ext cx="10515600" cy="1325563"/>
          </a:xfrm>
        </p:spPr>
        <p:txBody>
          <a:bodyPr/>
          <a:lstStyle/>
          <a:p>
            <a:r>
              <a:rPr lang="en-US" b="1" i="1" u="sng" dirty="0"/>
              <a:t>INDEX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7501C-660C-CE95-9FEB-FB7FF101D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INTRODUCTION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IDEA , DATASET AND CLEANING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SCREENSHOTS OF DATA CLEANING PROCESS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FUTURE SCOPE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14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D7E8-37CE-3007-9547-5A83BD2E2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INTRODUCTION TO PROJECT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7AEE1-4942-0659-85EF-B4770CDC0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project </a:t>
            </a:r>
            <a:r>
              <a:rPr lang="en-IN" dirty="0" err="1"/>
              <a:t>analyzes</a:t>
            </a:r>
            <a:r>
              <a:rPr lang="en-IN" dirty="0"/>
              <a:t> the performance of the Indian Cricket Team in ODI matches.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uses historical match data to find useful insights.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Python and Pandas are used for data analysis.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Charts and graphs are created to visualize the results.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project helps understand team performance in a simple way.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165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462C-EB45-CFA6-222D-023EF82D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OBJECTIVES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C5C1B-0400-AC2E-0C24-A78E0BDEE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the performance of the Indian Cricket Team in ODI matches.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analyse the team's win and loss records.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compare the team performance against different teams and at different grounds.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Analysis using simple charts and graphs for better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54744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044DB-9684-070A-BA3F-DFFD277A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IDEA , DATA AND CLEANING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D0447-F35E-5828-5CA4-CD2B70965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5" y="1825624"/>
            <a:ext cx="11425082" cy="50323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Cricket is very popular in India.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 love cricket so </a:t>
            </a:r>
            <a:r>
              <a:rPr lang="en-IN" dirty="0" err="1"/>
              <a:t>i</a:t>
            </a:r>
            <a:r>
              <a:rPr lang="en-IN" dirty="0"/>
              <a:t> chose this project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 wanted to work on a topic that is interesting and on real-world dataset.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Searched for ODI cricket dataset online on too many platforms and found it on Kaggle.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Checked the data for missing or incorrect values.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Cleaned and organized the dataset using Pandas.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44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36DE-C1E9-EA85-65FE-CDEE1B7A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5742"/>
          </a:xfrm>
        </p:spPr>
        <p:txBody>
          <a:bodyPr/>
          <a:lstStyle/>
          <a:p>
            <a:r>
              <a:rPr lang="en-US" b="1" i="1" u="sng" dirty="0"/>
              <a:t>SCREENSHOT DATA CLEANING</a:t>
            </a:r>
            <a:endParaRPr lang="en-IN" b="1" i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EF27D6-99BF-2581-94A9-40AECF836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258" y="1101213"/>
            <a:ext cx="10304207" cy="520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9A890-47D4-E82E-C2EF-0E9CEDA8C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FUTURE SCOPE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D9610-A64F-1830-450C-A08017106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Add live cricket data so the analysis stays up to date.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Create an interactive dashboard for better visualization.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Use Machine Learning to predict future match results.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Compare India's performance with other international teams.</a:t>
            </a:r>
          </a:p>
        </p:txBody>
      </p:sp>
    </p:spTree>
    <p:extLst>
      <p:ext uri="{BB962C8B-B14F-4D97-AF65-F5344CB8AC3E}">
        <p14:creationId xmlns:p14="http://schemas.microsoft.com/office/powerpoint/2010/main" val="4141421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B4A6B-48C3-2AF8-E1EB-84A1F246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CONCLUSION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F679B-2294-1D44-EAA6-370F27559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This project helps </a:t>
            </a:r>
            <a:r>
              <a:rPr lang="en-IN" dirty="0" err="1"/>
              <a:t>analyze</a:t>
            </a:r>
            <a:r>
              <a:rPr lang="en-IN" dirty="0"/>
              <a:t> the Indian Cricket Team's ODI performance using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Charts and graphs make the results easy to understand.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Python and Pandas make data analysis simple and efficient.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project shows how data analytics can help understand sports performance better.</a:t>
            </a:r>
          </a:p>
        </p:txBody>
      </p:sp>
    </p:spTree>
    <p:extLst>
      <p:ext uri="{BB962C8B-B14F-4D97-AF65-F5344CB8AC3E}">
        <p14:creationId xmlns:p14="http://schemas.microsoft.com/office/powerpoint/2010/main" val="1357943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0864-0C9D-0C18-0FC3-1A607990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31ED71-399F-40B8-2844-138A2F613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903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88</TotalTime>
  <Words>298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Wingdings</vt:lpstr>
      <vt:lpstr>Retrospect</vt:lpstr>
      <vt:lpstr>PROJECT: INDIAN CRICKET TEAM ODI ANALYSIS AND VISUALISATION SYSTEM</vt:lpstr>
      <vt:lpstr>PowerPoint Presentation</vt:lpstr>
      <vt:lpstr>INDEX</vt:lpstr>
      <vt:lpstr>INTRODUCTION TO PROJECT</vt:lpstr>
      <vt:lpstr>OBJECTIVES</vt:lpstr>
      <vt:lpstr>IDEA , DATA AND CLEANING</vt:lpstr>
      <vt:lpstr>SCREENSHOT DATA CLEANING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Arora</dc:creator>
  <cp:lastModifiedBy>Kunal Arora</cp:lastModifiedBy>
  <cp:revision>3</cp:revision>
  <dcterms:created xsi:type="dcterms:W3CDTF">2026-07-02T09:18:48Z</dcterms:created>
  <dcterms:modified xsi:type="dcterms:W3CDTF">2026-07-02T16:24:14Z</dcterms:modified>
</cp:coreProperties>
</file>